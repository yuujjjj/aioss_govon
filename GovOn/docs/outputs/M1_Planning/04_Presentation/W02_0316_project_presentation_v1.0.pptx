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33" autoAdjust="0"/>
    <p:restoredTop sz="94444" autoAdjust="0"/>
  </p:normalViewPr>
  <p:slideViewPr>
    <p:cSldViewPr>
      <p:cViewPr>
        <p:scale>
          <a:sx n="60" d="100"/>
          <a:sy n="60" d="100"/>
        </p:scale>
        <p:origin x="-40" y="3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2739</TotalTime>
  <Words>0</Words>
  <Application>Microsoft Macintosh PowerPoint</Application>
  <PresentationFormat>사용자 지정</PresentationFormat>
  <Paragraphs>0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이유정</cp:lastModifiedBy>
  <cp:revision>1</cp:revision>
  <dcterms:created xsi:type="dcterms:W3CDTF">2006-08-16T00:00:00Z</dcterms:created>
  <dcterms:modified xsi:type="dcterms:W3CDTF">2026-03-11T05:12:06Z</dcterms:modified>
</cp:coreProperties>
</file>